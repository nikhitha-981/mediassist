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Pushpalatha 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Artificial Intelligence &amp; Advanced Computing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 CSE (Internet of Things)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Francis Vijaykumar Annareddy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Geetha Arjunan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MediAssist AI – Intelligent Patient Platform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 NIKHITHA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20241CIT0121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5CIT02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NVIDIA Corporation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ym typeface="+mn-ea"/>
              </a:rPr>
              <a:t>The internship was carried out in association with NVIDIA, a global technology company widely recognised for its work in accelerated computing, graphics processing and artificial intelligence. </a:t>
            </a:r>
            <a:endParaRPr lang="en-IN" dirty="0"/>
          </a:p>
          <a:p>
            <a:r>
              <a:rPr lang="en-IN" dirty="0">
                <a:sym typeface="+mn-ea"/>
              </a:rPr>
              <a:t>NVIDIA provides hardware and software platforms that support demanding computational workloads and has played a major role in the growth of modern AI and deep-learning applications. </a:t>
            </a:r>
            <a:endParaRPr lang="en-IN" dirty="0"/>
          </a:p>
          <a:p>
            <a:r>
              <a:rPr lang="en-IN" dirty="0">
                <a:sym typeface="+mn-ea"/>
              </a:rPr>
              <a:t>The company environment provided a relevant context for understanding how AI technologies move from research concepts to practical software systems.</a:t>
            </a:r>
            <a:endParaRPr lang="en-IN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sym typeface="+mn-ea"/>
              </a:rPr>
              <a:t>NVIDIA and Artificial Intelligence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sym typeface="+mn-ea"/>
              </a:rPr>
              <a:t>NVIDIA Corporation was founded in 1993 and is headquartered in Santa Clara, California. The company is best known for developing graphics processing units (GPUs).</a:t>
            </a:r>
            <a:endParaRPr lang="en-IN" dirty="0"/>
          </a:p>
          <a:p>
            <a:r>
              <a:rPr lang="en-IN" dirty="0">
                <a:sym typeface="+mn-ea"/>
              </a:rPr>
              <a:t> Its technology portfolio has expanded substantially into accelerated computing, artificial intelligence, data centres, robotics, autonomous systems and scientific computing. </a:t>
            </a:r>
            <a:endParaRPr lang="en-IN" dirty="0"/>
          </a:p>
          <a:p>
            <a:r>
              <a:rPr lang="en-IN" dirty="0">
                <a:sym typeface="+mn-ea"/>
              </a:rPr>
              <a:t> NVIDIA GPUs are widely used for parallel computation, making them particularly suitable for machine-learning workloads in which large numbers of mathematical operations must be performed efficiently</a:t>
            </a:r>
            <a:endParaRPr lang="en-IN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sym typeface="+mn-ea"/>
              </a:rPr>
              <a:t>Organisational and Reporting Structur</a:t>
            </a:r>
            <a:r>
              <a:rPr lang="en-US" altLang="en-IN" sz="3200" b="1" dirty="0">
                <a:solidFill>
                  <a:schemeClr val="accent1"/>
                </a:solidFill>
                <a:sym typeface="+mn-ea"/>
              </a:rPr>
              <a:t>e</a:t>
            </a:r>
            <a:endParaRPr lang="en-US" altLang="en-IN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sym typeface="+mn-ea"/>
              </a:rPr>
              <a:t>The connection between the internship and NVIDIA is particularly relevant from a technical-learning perspective</a:t>
            </a:r>
            <a:endParaRPr lang="en-IN" dirty="0"/>
          </a:p>
          <a:p>
            <a:r>
              <a:rPr lang="en-US" altLang="en-IN" dirty="0">
                <a:sym typeface="+mn-ea"/>
              </a:rPr>
              <a:t>Mediassist AI</a:t>
            </a:r>
            <a:r>
              <a:rPr lang="en-IN" dirty="0">
                <a:sym typeface="+mn-ea"/>
              </a:rPr>
              <a:t> required an understanding of computer vision, deep learning, Python programming and model deployment. These areas are closely related to accelerated computing and AI engineering.</a:t>
            </a:r>
            <a:endParaRPr lang="en-IN" dirty="0"/>
          </a:p>
          <a:p>
            <a:r>
              <a:rPr lang="en-IN" dirty="0">
                <a:sym typeface="+mn-ea"/>
              </a:rPr>
              <a:t>Working on the project therefore provided practical exposure to the stages involved in transforming an AI model into an end-user application rather than treating the neural network as an isolated academic experiment.</a:t>
            </a:r>
            <a:endParaRPr lang="en-IN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– for intelligent healthcare assistance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– for symptom analysis/classification, if implemented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– for medical report summarization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– for skin and eye image screening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for backend/AI development, if your project is Python-based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technology/UI framework – for the patient interface, depending on your actual project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0000"/>
          </a:bodyPr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nternship completed at NVIDIA, with technical direction on-site and academic review from the Presidency University guide and coordinators.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Reporting to: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Francis Vijaykumar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Annareddy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Academically: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</a:t>
            </a:r>
            <a:r>
              <a:rPr lang="en-US" altLang="en-GB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.Pushpalatha M assiante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Professor, PSAIAC (Internship Guide).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Coordination: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Progress reviewed periodically with Mr. Francis Vijaykumar Annareddy and Dr. Geetha Arjunan (Internship Coordinators).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style: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&amp; Artificial Intelligence (AI)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Technology: AI, NLP, Computer Vision, Python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Challenges Faced in Internship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TensorFlow/Python compatibility: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Initial installation issues due to Python version mismatch; resolved by standardising on Python 3.12.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Large trained model file: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~128 MB .keras model exceeded GitHub's 100 MB limit; solved by adopting Git LFS.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Grad-CAM explainability: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Compatibility issues accessing intermediate CNN layer outputs; feature deferred to future work rather than shipped unstable.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Consistent preprocessing: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Ensuring the Flask backend applied the exact same resize/array/normalise steps used during training.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Screenshot 2026-08-18 2350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81910" y="601345"/>
            <a:ext cx="7212965" cy="3849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7" descr="Screenshot 2026-08-18 235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" y="3429000"/>
            <a:ext cx="4131945" cy="2303145"/>
          </a:xfrm>
          <a:prstGeom prst="rect">
            <a:avLst/>
          </a:prstGeom>
        </p:spPr>
      </p:pic>
      <p:pic>
        <p:nvPicPr>
          <p:cNvPr id="9" name="Picture 8" descr="Screenshot 2026-08-18 235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225" y="487045"/>
            <a:ext cx="4050030" cy="2567940"/>
          </a:xfrm>
          <a:prstGeom prst="rect">
            <a:avLst/>
          </a:prstGeom>
        </p:spPr>
      </p:pic>
      <p:pic>
        <p:nvPicPr>
          <p:cNvPr id="10" name="Picture 9" descr="Screenshot 2026-08-18 2355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030" y="3429000"/>
            <a:ext cx="2277110" cy="2345690"/>
          </a:xfrm>
          <a:prstGeom prst="rect">
            <a:avLst/>
          </a:prstGeom>
        </p:spPr>
      </p:pic>
      <p:sp>
        <p:nvSpPr>
          <p:cNvPr id="11" name="Content Placeholder 10"/>
          <p:cNvSpPr/>
          <p:nvPr>
            <p:ph idx="1"/>
          </p:nvPr>
        </p:nvSpPr>
        <p:spPr>
          <a:xfrm flipV="1">
            <a:off x="251460" y="7997825"/>
            <a:ext cx="10719435" cy="396875"/>
          </a:xfrm>
        </p:spPr>
        <p:txBody>
          <a:bodyPr>
            <a:normAutofit fontScale="70000"/>
          </a:bodyPr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Github Link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https://github.com/coderbeach/MedAssistAI.git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4046</Words>
  <Application>WPS Presentation</Application>
  <PresentationFormat>Widescreen</PresentationFormat>
  <Paragraphs>115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NVIDIA and Artificial Intelligence</vt:lpstr>
      <vt:lpstr>Organisational and Reporting Structure</vt:lpstr>
      <vt:lpstr>Working domain or the technology</vt:lpstr>
      <vt:lpstr>About your team and reporting Manager</vt:lpstr>
      <vt:lpstr>Challenges Faced in Internship</vt:lpstr>
      <vt:lpstr>PowerPoint 演示文稿</vt:lpstr>
      <vt:lpstr>PowerPoint 演示文稿</vt:lpstr>
      <vt:lpstr>Github Link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Lingaraj Hudaid</cp:lastModifiedBy>
  <cp:revision>723</cp:revision>
  <dcterms:created xsi:type="dcterms:W3CDTF">2022-10-14T07:18:00Z</dcterms:created>
  <dcterms:modified xsi:type="dcterms:W3CDTF">2026-08-22T03:29:04Z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CE6CC24D4A6A4B25AEBCD3AE26C57B32_13</vt:lpwstr>
  </property>
</Properties>
</file>